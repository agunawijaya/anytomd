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Nilai per Tahun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280160" cy="3569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36576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54880"/>
            <a:ext cx="8229600" cy="1005840"/>
          </a:xfrm>
          <a:prstGeom prst="rect">
            <a:avLst/>
          </a:prstGeom>
        </p:spPr>
      </p:pic>
      <p:pic>
        <p:nvPicPr>
          <p:cNvPr id="6" name="Picture 5" descr="Bullseye outlin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320" y="4023360"/>
            <a:ext cx="457200" cy="1397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91440"/>
            <a:ext cx="914400" cy="328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Perhitungan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463040" cy="512064"/>
          </a:xfrm>
          <a:prstGeom prst="rect">
            <a:avLst/>
          </a:prstGeom>
        </p:spPr>
      </p:pic>
      <p:pic>
        <p:nvPicPr>
          <p:cNvPr id="4" name="Picture 3" descr="A table with numbers and text. 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36576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