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Bookings by Region (USD 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</c:v>
                </c:pt>
                <c:pt idx="1">
                  <c:v>5.1</c:v>
                </c:pt>
                <c:pt idx="2">
                  <c:v>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2.8</c:v>
                </c:pt>
                <c:pt idx="1">
                  <c:v>3.4</c:v>
                </c:pt>
                <c:pt idx="2">
                  <c:v>3.6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Perkenalkan tim baru sebelum mulai. Sebutkan target 12% YoY.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Latency: fokus di endpoint /search yang p95-nya 2.4s sekarang.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APAC Q2 sebagai puncak. Jangan lupa mention EMEA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Aguna — 2026-08-05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for the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reporting pipeline v2</a:t>
            </a:r>
          </a:p>
          <a:p>
            <a:r>
              <a:t>Onboard 3 new enterprise customers</a:t>
            </a:r>
          </a:p>
          <a:p>
            <a:r>
              <a:t>Reduce p95 API latency by 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Pipeline</a:t>
            </a:r>
          </a:p>
        </p:txBody>
      </p:sp>
      <p:pic>
        <p:nvPicPr>
          <p:cNvPr id="3" name="Picture 2" descr="Diagram alur ingestion pipeline: Start → Process → Decision (OK?) → End (Yes) atau Retry (No). Ditulis penulis sebagai Alt Tex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