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1371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/>
              <a:t>Commit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0" y="2286000"/>
            <a:ext cx="13716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/>
              <a:t>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0" y="2286000"/>
            <a:ext cx="13716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/>
              <a:t>Test</a:t>
            </a:r>
          </a:p>
        </p:txBody>
      </p:sp>
      <p:sp>
        <p:nvSpPr>
          <p:cNvPr id="6" name="Diamond 5"/>
          <p:cNvSpPr/>
          <p:nvPr/>
        </p:nvSpPr>
        <p:spPr>
          <a:xfrm>
            <a:off x="5669280" y="2103120"/>
            <a:ext cx="1463040" cy="1097280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/>
              <a:t>Pass?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286000"/>
            <a:ext cx="128016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/>
              <a:t>Deploy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4114800"/>
            <a:ext cx="128016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/>
              <a:t>Notify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8800" y="265176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66160" y="265176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03520" y="265176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32320" y="265176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3200400"/>
            <a:ext cx="1828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223760" y="21031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3832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